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LVESTER OCHWO" userId="3b2b5971c16f047f" providerId="LiveId" clId="{6D493D61-6560-42A2-A2C1-908EF9A836BF}"/>
    <pc:docChg chg="undo custSel addSld delSld modSld">
      <pc:chgData name="SYLVESTER OCHWO" userId="3b2b5971c16f047f" providerId="LiveId" clId="{6D493D61-6560-42A2-A2C1-908EF9A836BF}" dt="2026-09-29T19:05:10.899" v="162" actId="20577"/>
      <pc:docMkLst>
        <pc:docMk/>
      </pc:docMkLst>
      <pc:sldChg chg="modSp new mod">
        <pc:chgData name="SYLVESTER OCHWO" userId="3b2b5971c16f047f" providerId="LiveId" clId="{6D493D61-6560-42A2-A2C1-908EF9A836BF}" dt="2026-09-29T19:05:10.899" v="162" actId="20577"/>
        <pc:sldMkLst>
          <pc:docMk/>
          <pc:sldMk cId="2654000881" sldId="256"/>
        </pc:sldMkLst>
        <pc:spChg chg="mod">
          <ac:chgData name="SYLVESTER OCHWO" userId="3b2b5971c16f047f" providerId="LiveId" clId="{6D493D61-6560-42A2-A2C1-908EF9A836BF}" dt="2026-09-29T19:05:01.390" v="145" actId="20577"/>
          <ac:spMkLst>
            <pc:docMk/>
            <pc:sldMk cId="2654000881" sldId="256"/>
            <ac:spMk id="2" creationId="{C20345B0-3897-F3F7-FB36-EE68A9789733}"/>
          </ac:spMkLst>
        </pc:spChg>
        <pc:spChg chg="mod">
          <ac:chgData name="SYLVESTER OCHWO" userId="3b2b5971c16f047f" providerId="LiveId" clId="{6D493D61-6560-42A2-A2C1-908EF9A836BF}" dt="2026-09-29T19:05:10.899" v="162" actId="20577"/>
          <ac:spMkLst>
            <pc:docMk/>
            <pc:sldMk cId="2654000881" sldId="256"/>
            <ac:spMk id="3" creationId="{A0926D23-E5CE-6316-09C1-D495AFACDF02}"/>
          </ac:spMkLst>
        </pc:spChg>
      </pc:sldChg>
      <pc:sldChg chg="addSp delSp modSp new mod">
        <pc:chgData name="SYLVESTER OCHWO" userId="3b2b5971c16f047f" providerId="LiveId" clId="{6D493D61-6560-42A2-A2C1-908EF9A836BF}" dt="2026-09-29T18:48:51.403" v="31" actId="20577"/>
        <pc:sldMkLst>
          <pc:docMk/>
          <pc:sldMk cId="1475197940" sldId="257"/>
        </pc:sldMkLst>
        <pc:spChg chg="add del mod">
          <ac:chgData name="SYLVESTER OCHWO" userId="3b2b5971c16f047f" providerId="LiveId" clId="{6D493D61-6560-42A2-A2C1-908EF9A836BF}" dt="2026-09-29T18:44:50.916" v="10"/>
          <ac:spMkLst>
            <pc:docMk/>
            <pc:sldMk cId="1475197940" sldId="257"/>
            <ac:spMk id="4" creationId="{C31DFB81-3124-91E2-95DF-B18DCE807B6E}"/>
          </ac:spMkLst>
        </pc:spChg>
        <pc:spChg chg="add mod">
          <ac:chgData name="SYLVESTER OCHWO" userId="3b2b5971c16f047f" providerId="LiveId" clId="{6D493D61-6560-42A2-A2C1-908EF9A836BF}" dt="2026-09-29T18:48:51.403" v="31" actId="20577"/>
          <ac:spMkLst>
            <pc:docMk/>
            <pc:sldMk cId="1475197940" sldId="257"/>
            <ac:spMk id="5" creationId="{36945F3E-4F02-8B4A-861F-B7A5F95406BB}"/>
          </ac:spMkLst>
        </pc:spChg>
        <pc:spChg chg="add del mod">
          <ac:chgData name="SYLVESTER OCHWO" userId="3b2b5971c16f047f" providerId="LiveId" clId="{6D493D61-6560-42A2-A2C1-908EF9A836BF}" dt="2026-09-29T18:47:54.630" v="21"/>
          <ac:spMkLst>
            <pc:docMk/>
            <pc:sldMk cId="1475197940" sldId="257"/>
            <ac:spMk id="6" creationId="{263CCFCC-2DCF-7B08-80F9-669CFA95936C}"/>
          </ac:spMkLst>
        </pc:spChg>
        <pc:spChg chg="add mod">
          <ac:chgData name="SYLVESTER OCHWO" userId="3b2b5971c16f047f" providerId="LiveId" clId="{6D493D61-6560-42A2-A2C1-908EF9A836BF}" dt="2026-09-29T18:48:03.704" v="24" actId="14100"/>
          <ac:spMkLst>
            <pc:docMk/>
            <pc:sldMk cId="1475197940" sldId="257"/>
            <ac:spMk id="7" creationId="{8F283FB7-9ACB-C0AC-4B8C-E592E0BCEFF4}"/>
          </ac:spMkLst>
        </pc:spChg>
        <pc:picChg chg="add">
          <ac:chgData name="SYLVESTER OCHWO" userId="3b2b5971c16f047f" providerId="LiveId" clId="{6D493D61-6560-42A2-A2C1-908EF9A836BF}" dt="2026-09-29T18:44:14.381" v="4" actId="22"/>
          <ac:picMkLst>
            <pc:docMk/>
            <pc:sldMk cId="1475197940" sldId="257"/>
            <ac:picMk id="3" creationId="{7E4DA424-7932-8EAB-4F72-911E84423EA3}"/>
          </ac:picMkLst>
        </pc:picChg>
      </pc:sldChg>
      <pc:sldChg chg="new del">
        <pc:chgData name="SYLVESTER OCHWO" userId="3b2b5971c16f047f" providerId="LiveId" clId="{6D493D61-6560-42A2-A2C1-908EF9A836BF}" dt="2026-09-29T18:43:46.824" v="2" actId="47"/>
        <pc:sldMkLst>
          <pc:docMk/>
          <pc:sldMk cId="2144895539" sldId="257"/>
        </pc:sldMkLst>
      </pc:sldChg>
      <pc:sldChg chg="addSp modSp new mod">
        <pc:chgData name="SYLVESTER OCHWO" userId="3b2b5971c16f047f" providerId="LiveId" clId="{6D493D61-6560-42A2-A2C1-908EF9A836BF}" dt="2026-09-29T18:57:28.735" v="85"/>
        <pc:sldMkLst>
          <pc:docMk/>
          <pc:sldMk cId="4003151935" sldId="258"/>
        </pc:sldMkLst>
        <pc:spChg chg="add mod">
          <ac:chgData name="SYLVESTER OCHWO" userId="3b2b5971c16f047f" providerId="LiveId" clId="{6D493D61-6560-42A2-A2C1-908EF9A836BF}" dt="2026-09-29T18:54:19.210" v="45" actId="1076"/>
          <ac:spMkLst>
            <pc:docMk/>
            <pc:sldMk cId="4003151935" sldId="258"/>
            <ac:spMk id="2" creationId="{BD6C6C10-BA07-95FC-FC0B-AA47244E83F1}"/>
          </ac:spMkLst>
        </pc:spChg>
        <pc:spChg chg="add mod">
          <ac:chgData name="SYLVESTER OCHWO" userId="3b2b5971c16f047f" providerId="LiveId" clId="{6D493D61-6560-42A2-A2C1-908EF9A836BF}" dt="2026-09-29T18:56:12.225" v="79" actId="20577"/>
          <ac:spMkLst>
            <pc:docMk/>
            <pc:sldMk cId="4003151935" sldId="258"/>
            <ac:spMk id="5" creationId="{866ECABF-EB7D-7319-FFFB-22A3969E5A37}"/>
          </ac:spMkLst>
        </pc:spChg>
        <pc:spChg chg="add mod">
          <ac:chgData name="SYLVESTER OCHWO" userId="3b2b5971c16f047f" providerId="LiveId" clId="{6D493D61-6560-42A2-A2C1-908EF9A836BF}" dt="2026-09-29T18:57:28.735" v="85"/>
          <ac:spMkLst>
            <pc:docMk/>
            <pc:sldMk cId="4003151935" sldId="258"/>
            <ac:spMk id="6" creationId="{F29F4418-B4D3-47BC-FF7D-877483EDEDE7}"/>
          </ac:spMkLst>
        </pc:spChg>
        <pc:picChg chg="add mod">
          <ac:chgData name="SYLVESTER OCHWO" userId="3b2b5971c16f047f" providerId="LiveId" clId="{6D493D61-6560-42A2-A2C1-908EF9A836BF}" dt="2026-09-29T18:53:56.984" v="44" actId="14100"/>
          <ac:picMkLst>
            <pc:docMk/>
            <pc:sldMk cId="4003151935" sldId="258"/>
            <ac:picMk id="4" creationId="{A5A17BB6-D612-D4FA-3031-02183463D1B0}"/>
          </ac:picMkLst>
        </pc:picChg>
      </pc:sldChg>
      <pc:sldChg chg="addSp modSp new mod">
        <pc:chgData name="SYLVESTER OCHWO" userId="3b2b5971c16f047f" providerId="LiveId" clId="{6D493D61-6560-42A2-A2C1-908EF9A836BF}" dt="2026-09-29T19:00:15.963" v="100"/>
        <pc:sldMkLst>
          <pc:docMk/>
          <pc:sldMk cId="1142158376" sldId="259"/>
        </pc:sldMkLst>
        <pc:spChg chg="add mod">
          <ac:chgData name="SYLVESTER OCHWO" userId="3b2b5971c16f047f" providerId="LiveId" clId="{6D493D61-6560-42A2-A2C1-908EF9A836BF}" dt="2026-09-29T18:58:24.329" v="89"/>
          <ac:spMkLst>
            <pc:docMk/>
            <pc:sldMk cId="1142158376" sldId="259"/>
            <ac:spMk id="2" creationId="{709AD9D8-FCE9-8870-5D56-BA82A2EAA48E}"/>
          </ac:spMkLst>
        </pc:spChg>
        <pc:spChg chg="add mod">
          <ac:chgData name="SYLVESTER OCHWO" userId="3b2b5971c16f047f" providerId="LiveId" clId="{6D493D61-6560-42A2-A2C1-908EF9A836BF}" dt="2026-09-29T18:59:59.888" v="97" actId="21"/>
          <ac:spMkLst>
            <pc:docMk/>
            <pc:sldMk cId="1142158376" sldId="259"/>
            <ac:spMk id="3" creationId="{58CF741C-2E94-89BA-98EA-E2188B8AB40D}"/>
          </ac:spMkLst>
        </pc:spChg>
        <pc:spChg chg="add mod">
          <ac:chgData name="SYLVESTER OCHWO" userId="3b2b5971c16f047f" providerId="LiveId" clId="{6D493D61-6560-42A2-A2C1-908EF9A836BF}" dt="2026-09-29T19:00:15.963" v="100"/>
          <ac:spMkLst>
            <pc:docMk/>
            <pc:sldMk cId="1142158376" sldId="259"/>
            <ac:spMk id="4" creationId="{AF2F82A8-B392-FFB4-462B-FD9A63C82C54}"/>
          </ac:spMkLst>
        </pc:spChg>
      </pc:sldChg>
      <pc:sldChg chg="addSp delSp modSp new mod">
        <pc:chgData name="SYLVESTER OCHWO" userId="3b2b5971c16f047f" providerId="LiveId" clId="{6D493D61-6560-42A2-A2C1-908EF9A836BF}" dt="2026-09-29T19:03:11.041" v="115"/>
        <pc:sldMkLst>
          <pc:docMk/>
          <pc:sldMk cId="3218598793" sldId="260"/>
        </pc:sldMkLst>
        <pc:spChg chg="add mod">
          <ac:chgData name="SYLVESTER OCHWO" userId="3b2b5971c16f047f" providerId="LiveId" clId="{6D493D61-6560-42A2-A2C1-908EF9A836BF}" dt="2026-09-29T19:00:42.407" v="103" actId="14100"/>
          <ac:spMkLst>
            <pc:docMk/>
            <pc:sldMk cId="3218598793" sldId="260"/>
            <ac:spMk id="2" creationId="{CD9E76D4-8132-F4DC-08F3-46D89A9E0D02}"/>
          </ac:spMkLst>
        </pc:spChg>
        <pc:spChg chg="add del mod">
          <ac:chgData name="SYLVESTER OCHWO" userId="3b2b5971c16f047f" providerId="LiveId" clId="{6D493D61-6560-42A2-A2C1-908EF9A836BF}" dt="2026-09-29T19:02:23.221" v="109"/>
          <ac:spMkLst>
            <pc:docMk/>
            <pc:sldMk cId="3218598793" sldId="260"/>
            <ac:spMk id="5" creationId="{C57F86DF-A722-CCDC-FE7C-B9A0602CDA36}"/>
          </ac:spMkLst>
        </pc:spChg>
        <pc:spChg chg="add mod">
          <ac:chgData name="SYLVESTER OCHWO" userId="3b2b5971c16f047f" providerId="LiveId" clId="{6D493D61-6560-42A2-A2C1-908EF9A836BF}" dt="2026-09-29T19:02:48.873" v="112"/>
          <ac:spMkLst>
            <pc:docMk/>
            <pc:sldMk cId="3218598793" sldId="260"/>
            <ac:spMk id="6" creationId="{67C0BDBE-39B7-9DC9-90F1-1CEE1547DC6E}"/>
          </ac:spMkLst>
        </pc:spChg>
        <pc:spChg chg="add mod">
          <ac:chgData name="SYLVESTER OCHWO" userId="3b2b5971c16f047f" providerId="LiveId" clId="{6D493D61-6560-42A2-A2C1-908EF9A836BF}" dt="2026-09-29T19:03:11.041" v="115"/>
          <ac:spMkLst>
            <pc:docMk/>
            <pc:sldMk cId="3218598793" sldId="260"/>
            <ac:spMk id="7" creationId="{21534B79-25A8-649C-36B2-BC470D978679}"/>
          </ac:spMkLst>
        </pc:spChg>
        <pc:picChg chg="add">
          <ac:chgData name="SYLVESTER OCHWO" userId="3b2b5971c16f047f" providerId="LiveId" clId="{6D493D61-6560-42A2-A2C1-908EF9A836BF}" dt="2026-09-29T19:01:54.360" v="104" actId="22"/>
          <ac:picMkLst>
            <pc:docMk/>
            <pc:sldMk cId="3218598793" sldId="260"/>
            <ac:picMk id="4" creationId="{9EF2734D-C788-AEE6-2C85-B683E18F7377}"/>
          </ac:picMkLst>
        </pc:picChg>
      </pc:sldChg>
      <pc:sldChg chg="addSp modSp new mod">
        <pc:chgData name="SYLVESTER OCHWO" userId="3b2b5971c16f047f" providerId="LiveId" clId="{6D493D61-6560-42A2-A2C1-908EF9A836BF}" dt="2026-09-29T19:04:18.850" v="122"/>
        <pc:sldMkLst>
          <pc:docMk/>
          <pc:sldMk cId="2720320328" sldId="261"/>
        </pc:sldMkLst>
        <pc:spChg chg="add mod">
          <ac:chgData name="SYLVESTER OCHWO" userId="3b2b5971c16f047f" providerId="LiveId" clId="{6D493D61-6560-42A2-A2C1-908EF9A836BF}" dt="2026-09-29T19:03:46.713" v="119"/>
          <ac:spMkLst>
            <pc:docMk/>
            <pc:sldMk cId="2720320328" sldId="261"/>
            <ac:spMk id="2" creationId="{056CBFF1-D9D4-98B4-FE6A-C285AE5F2EE1}"/>
          </ac:spMkLst>
        </pc:spChg>
        <pc:spChg chg="add mod">
          <ac:chgData name="SYLVESTER OCHWO" userId="3b2b5971c16f047f" providerId="LiveId" clId="{6D493D61-6560-42A2-A2C1-908EF9A836BF}" dt="2026-09-29T19:04:18.850" v="122"/>
          <ac:spMkLst>
            <pc:docMk/>
            <pc:sldMk cId="2720320328" sldId="261"/>
            <ac:spMk id="3" creationId="{BB828113-AFA6-31A2-91EE-6A6361C8AD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4A406-6451-2171-5F9E-67F6B1393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C3724-CEA8-E96B-1F83-8161EF25E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E99E-D589-2E12-F4AF-2A5236BB9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C3646-9FCB-6514-CBEE-93F00527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41790-980F-11D3-485F-DD19EFF7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958B-4559-7C7A-1B6D-4F8C19CE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951B0-D37B-D518-9119-7DC33A58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528F4-3E20-2FC5-BF1C-1D021577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5C331-7371-2708-3A02-C4BC6A69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B093C-C354-74D5-B146-F185C082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8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CBE4-8516-8E55-DFF2-D2F81C130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96384-A67C-AD71-6C71-2C2D4DBE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0BF1F-0269-BF22-232F-3FF3BB96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4D597-306D-2D31-69B7-012351DF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85061-6DF6-B429-1024-DF5BBDAF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4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637CD-B1FF-28B7-8CB7-C5EC426D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E64BB-3523-5493-B2DB-C8AE4098F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1BAC1-3280-B755-2BD0-44881CBAF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3CDF8-C6A0-DF27-7097-BE00CEFB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6F3E4-E12E-2427-C6BA-A8B9C1F1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F0023-A0D2-8E90-7831-B06CAF47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4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68BF-0D3D-44D9-7030-04939E07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563E6-DAA7-DDB3-3761-ADDC42FA8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5CD53-AA46-E0E3-4246-23EBC6CA2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72841-2E1B-D2B1-022D-11D1988B4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B514F-A49B-3E9F-75AD-8E52C4D1C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9995B-7537-C002-845A-0ACB61C0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537E0-8D64-0441-EB38-585853FE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4B6EA-7B24-7DD8-F172-FA6581FA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4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199F-9D0C-4233-083C-FA9DCE00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7C567-F3DC-0A87-842A-7AB1DD1D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45F99-1DDC-A214-D5F5-74006E86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C8E4E-B441-1C86-B3E5-8C30C23E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8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2D0CB-AE24-72C9-82AF-7AADEF2B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C45B-58D3-112A-E730-10C77CCA3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996D8-88E4-FA67-4A32-9A49B73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74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C749-DF9B-06A5-07A0-FC3F6C54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DC0AF-DDF3-7971-ADB4-56474F8DD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4129A-D284-20A5-F921-83C14182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3D00B-2FEA-BB4A-A3ED-0D68B415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40E75-1911-C499-F47B-C7BB6B96A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FA935-888D-4101-DEFF-AA7C3BE6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57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EAA9-B513-CC5D-BEC7-A077E2BC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B29F1-9E18-3ADA-42A7-B670CAF08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447BE-B544-1084-CFF3-9B5A55A99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BB960-92E3-6B7C-3C94-F47A3336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CB423-4FB6-728F-1AAA-CA09CEF8F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E9211-B1F3-E39B-0E49-FAF02B3F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49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8A29-4AB4-FD47-B613-4238F25F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0A788-469E-A506-B871-005ED0119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96D5-D168-8ACF-7DFB-4A5E6BE1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24381-CF0A-B346-DFA2-C54D52DD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D0851-48C7-1BE2-48AB-E5406DD9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0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BA997-4EBF-C93E-D383-1FE56DEE9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78F72-12E6-3635-2C7F-6C44D11C2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B677F-61F4-8117-E450-691CF678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1F2F6-A1E1-0651-54E9-9D6DC3D9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8EEEC-55B8-342E-C1E4-4DFF8A0F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3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220C8-894F-2DD8-28BB-8647349C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2F25F-13B1-27CA-67A0-6272AAB3E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CBCA0-9FC5-D24D-1406-23E425C14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91D1A-FA1F-4B04-B459-EA277655A5C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5D764-4916-F6EC-962F-4F1EBCFDF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97532-423A-3726-ED24-5DE3C09A2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3B295-6EAD-40AA-8455-D6CDA2123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68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45B0-3897-F3F7-FB36-EE68A9789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Ami group 1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26D23-E5CE-6316-09C1-D495AFACD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Flow charts </a:t>
            </a:r>
          </a:p>
        </p:txBody>
      </p:sp>
    </p:spTree>
    <p:extLst>
      <p:ext uri="{BB962C8B-B14F-4D97-AF65-F5344CB8AC3E}">
        <p14:creationId xmlns:p14="http://schemas.microsoft.com/office/powerpoint/2010/main" val="265400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DA424-7932-8EAB-4F72-911E8442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454" y="1005630"/>
            <a:ext cx="2911092" cy="4846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945F3E-4F02-8B4A-861F-B7A5F95406BB}"/>
                  </a:ext>
                </a:extLst>
              </p:cNvPr>
              <p:cNvSpPr txBox="1"/>
              <p:nvPr/>
            </p:nvSpPr>
            <p:spPr>
              <a:xfrm>
                <a:off x="690880" y="741680"/>
                <a:ext cx="4114800" cy="4920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PSAUDO CODE  WHILE </a:t>
                </a:r>
              </a:p>
              <a:p>
                <a:r>
                  <a:rPr lang="en-US" dirty="0"/>
                  <a:t>Start</a:t>
                </a:r>
              </a:p>
              <a:p>
                <a:r>
                  <a:rPr lang="en-US" dirty="0"/>
                  <a:t>Set n=0;k=false</a:t>
                </a:r>
              </a:p>
              <a:p>
                <a:r>
                  <a:rPr lang="en-US" dirty="0"/>
                  <a:t>Read N,X</a:t>
                </a:r>
                <a:r>
                  <a:rPr lang="en-US" baseline="-25000" dirty="0"/>
                  <a:t>0</a:t>
                </a:r>
                <a:endParaRPr lang="en-US" dirty="0"/>
              </a:p>
              <a:p>
                <a:r>
                  <a:rPr lang="en-US" dirty="0"/>
                  <a:t>While k is false </a:t>
                </a:r>
              </a:p>
              <a:p>
                <a:r>
                  <a:rPr lang="en-US" dirty="0"/>
                  <a:t>Calculate X</a:t>
                </a:r>
                <a:r>
                  <a:rPr lang="en-US" baseline="-25000" dirty="0"/>
                  <a:t>n+1</a:t>
                </a:r>
                <a14:m>
                  <m:oMath xmlns:m="http://schemas.openxmlformats.org/officeDocument/2006/math">
                    <m:r>
                      <a:rPr lang="en-US" i="1" baseline="-25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baseline="-25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baseline="-250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sSubSupPr>
                            <m:ctrlPr>
                              <a:rPr lang="en-US" i="1" baseline="-250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en-US" i="1" baseline="-25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:r>
                  <a:rPr lang="en-US" baseline="-25000" dirty="0"/>
                  <a:t> </a:t>
                </a:r>
                <a:r>
                  <a:rPr lang="en-US" dirty="0"/>
                  <a:t>abs( X</a:t>
                </a:r>
                <a:r>
                  <a:rPr lang="en-US" baseline="-25000" dirty="0"/>
                  <a:t>n+1</a:t>
                </a:r>
                <a:r>
                  <a:rPr lang="en-US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)&lt;=0.0005 then </a:t>
                </a:r>
              </a:p>
              <a:p>
                <a:r>
                  <a:rPr lang="en-US" dirty="0"/>
                  <a:t>Print X</a:t>
                </a:r>
                <a:r>
                  <a:rPr lang="en-US" baseline="-25000" dirty="0"/>
                  <a:t>n+1</a:t>
                </a:r>
                <a:endParaRPr lang="en-US" dirty="0"/>
              </a:p>
              <a:p>
                <a:r>
                  <a:rPr lang="en-US" dirty="0"/>
                  <a:t>K=true</a:t>
                </a:r>
              </a:p>
              <a:p>
                <a:r>
                  <a:rPr lang="en-US" dirty="0"/>
                  <a:t>Else </a:t>
                </a:r>
              </a:p>
              <a:p>
                <a:r>
                  <a:rPr lang="en-US" dirty="0"/>
                  <a:t>Set n=n+1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baseline="-25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X</a:t>
                </a:r>
                <a:r>
                  <a:rPr lang="en-US" baseline="-25000" dirty="0"/>
                  <a:t>n+1</a:t>
                </a:r>
                <a:endParaRPr lang="en-US" dirty="0"/>
              </a:p>
              <a:p>
                <a:r>
                  <a:rPr lang="en-US" dirty="0"/>
                  <a:t>End </a:t>
                </a:r>
              </a:p>
              <a:p>
                <a:r>
                  <a:rPr lang="en-US" dirty="0"/>
                  <a:t>End </a:t>
                </a:r>
              </a:p>
              <a:p>
                <a:r>
                  <a:rPr lang="en-US" dirty="0"/>
                  <a:t>Stop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945F3E-4F02-8B4A-861F-B7A5F9540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" y="741680"/>
                <a:ext cx="4114800" cy="4920193"/>
              </a:xfrm>
              <a:prstGeom prst="rect">
                <a:avLst/>
              </a:prstGeom>
              <a:blipFill>
                <a:blip r:embed="rId3"/>
                <a:stretch>
                  <a:fillRect l="-1185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283FB7-9ACB-C0AC-4B8C-E592E0BCEFF4}"/>
                  </a:ext>
                </a:extLst>
              </p:cNvPr>
              <p:cNvSpPr txBox="1"/>
              <p:nvPr/>
            </p:nvSpPr>
            <p:spPr>
              <a:xfrm>
                <a:off x="8138160" y="853440"/>
                <a:ext cx="3576320" cy="4366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/>
                  <a:t>PSUADO CODE FOR </a:t>
                </a:r>
                <a:r>
                  <a:rPr lang="en-US" b="1" u="sng" dirty="0" err="1"/>
                  <a:t>FOR</a:t>
                </a:r>
                <a:r>
                  <a:rPr lang="en-US" b="1" u="sng" dirty="0"/>
                  <a:t> LOOP</a:t>
                </a:r>
                <a:endParaRPr lang="en-US" dirty="0"/>
              </a:p>
              <a:p>
                <a:r>
                  <a:rPr lang="en-US" dirty="0"/>
                  <a:t>Start </a:t>
                </a:r>
              </a:p>
              <a:p>
                <a:r>
                  <a:rPr lang="en-US" dirty="0"/>
                  <a:t>Read N,x</a:t>
                </a:r>
                <a:r>
                  <a:rPr lang="en-US" baseline="-25000" dirty="0"/>
                  <a:t>0</a:t>
                </a:r>
                <a:endParaRPr lang="en-US" dirty="0"/>
              </a:p>
              <a:p>
                <a:r>
                  <a:rPr lang="en-US" dirty="0"/>
                  <a:t>M=0</a:t>
                </a:r>
              </a:p>
              <a:p>
                <a:r>
                  <a:rPr lang="en-US" dirty="0"/>
                  <a:t>For n=0:10;</a:t>
                </a:r>
              </a:p>
              <a:p>
                <a:r>
                  <a:rPr lang="en-US" dirty="0"/>
                  <a:t>Calculate X</a:t>
                </a:r>
                <a:r>
                  <a:rPr lang="en-US" baseline="-25000" dirty="0"/>
                  <a:t>n+1</a:t>
                </a:r>
                <a14:m>
                  <m:oMath xmlns:m="http://schemas.openxmlformats.org/officeDocument/2006/math">
                    <m:r>
                      <a:rPr lang="en-US" i="1" baseline="-25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baseline="-25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baseline="-250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sSubSupPr>
                            <m:ctrlPr>
                              <a:rPr lang="en-US" i="1" baseline="-250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en-US" i="1" baseline="-25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:r>
                  <a:rPr lang="en-US" baseline="-25000" dirty="0"/>
                  <a:t> </a:t>
                </a:r>
                <a:r>
                  <a:rPr lang="en-US" dirty="0"/>
                  <a:t>abs( X</a:t>
                </a:r>
                <a:r>
                  <a:rPr lang="en-US" baseline="-25000" dirty="0"/>
                  <a:t>n+1</a:t>
                </a:r>
                <a:r>
                  <a:rPr lang="en-US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)&lt;=0.0005 then </a:t>
                </a:r>
              </a:p>
              <a:p>
                <a:r>
                  <a:rPr lang="en-US" dirty="0"/>
                  <a:t>Print X</a:t>
                </a:r>
                <a:r>
                  <a:rPr lang="en-US" baseline="-25000" dirty="0"/>
                  <a:t>n+1</a:t>
                </a:r>
                <a:endParaRPr lang="en-US" dirty="0"/>
              </a:p>
              <a:p>
                <a:r>
                  <a:rPr lang="en-US" dirty="0"/>
                  <a:t>Break for loop</a:t>
                </a:r>
              </a:p>
              <a:p>
                <a:r>
                  <a:rPr lang="en-US" dirty="0"/>
                  <a:t>End </a:t>
                </a:r>
              </a:p>
              <a:p>
                <a:r>
                  <a:rPr lang="en-US" dirty="0"/>
                  <a:t>Set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baseline="-25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X</a:t>
                </a:r>
                <a:r>
                  <a:rPr lang="en-US" baseline="-25000" dirty="0"/>
                  <a:t>n+1</a:t>
                </a:r>
                <a:endParaRPr lang="en-US" dirty="0"/>
              </a:p>
              <a:p>
                <a:r>
                  <a:rPr lang="en-US" dirty="0"/>
                  <a:t>End </a:t>
                </a:r>
              </a:p>
              <a:p>
                <a:r>
                  <a:rPr lang="en-US" dirty="0"/>
                  <a:t>Stop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283FB7-9ACB-C0AC-4B8C-E592E0BCE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853440"/>
                <a:ext cx="3576320" cy="4366195"/>
              </a:xfrm>
              <a:prstGeom prst="rect">
                <a:avLst/>
              </a:prstGeom>
              <a:blipFill>
                <a:blip r:embed="rId4"/>
                <a:stretch>
                  <a:fillRect l="-1363" t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19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F2C3C3-703A-7FDA-F96B-4E4D177F8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287538"/>
            <a:ext cx="5791199" cy="5798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0B9B88-3904-2BB9-A611-20980090F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58" y="11427"/>
            <a:ext cx="5407742" cy="607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2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6C6C10-BA07-95FC-FC0B-AA47244E83F1}"/>
                  </a:ext>
                </a:extLst>
              </p:cNvPr>
              <p:cNvSpPr txBox="1"/>
              <p:nvPr/>
            </p:nvSpPr>
            <p:spPr>
              <a:xfrm>
                <a:off x="792480" y="339450"/>
                <a:ext cx="2641600" cy="104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Secant method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6C6C10-BA07-95FC-FC0B-AA47244E8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" y="339450"/>
                <a:ext cx="2641600" cy="1048300"/>
              </a:xfrm>
              <a:prstGeom prst="rect">
                <a:avLst/>
              </a:prstGeom>
              <a:blipFill>
                <a:blip r:embed="rId2"/>
                <a:stretch>
                  <a:fillRect l="-1848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5A17BB6-D612-D4FA-3031-02183463D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600" y="863600"/>
            <a:ext cx="3891280" cy="5527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6ECABF-EB7D-7319-FFFB-22A3969E5A37}"/>
              </a:ext>
            </a:extLst>
          </p:cNvPr>
          <p:cNvSpPr txBox="1"/>
          <p:nvPr/>
        </p:nvSpPr>
        <p:spPr>
          <a:xfrm>
            <a:off x="528320" y="1717040"/>
            <a:ext cx="31699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PSEUDO CODE FOR LOOP</a:t>
            </a:r>
            <a:endParaRPr lang="en-US" dirty="0"/>
          </a:p>
          <a:p>
            <a:r>
              <a:rPr lang="en-US" dirty="0"/>
              <a:t>Define f(x) = x - 2sin(x)</a:t>
            </a:r>
          </a:p>
          <a:p>
            <a:r>
              <a:rPr lang="en-US" dirty="0"/>
              <a:t>Set x</a:t>
            </a:r>
            <a:r>
              <a:rPr lang="en-US" baseline="-25000" dirty="0"/>
              <a:t>0</a:t>
            </a:r>
            <a:r>
              <a:rPr lang="en-US" dirty="0"/>
              <a:t>= 2</a:t>
            </a:r>
          </a:p>
          <a:p>
            <a:r>
              <a:rPr lang="en-US" dirty="0"/>
              <a:t>Set x</a:t>
            </a:r>
            <a:r>
              <a:rPr lang="en-US" baseline="-25000" dirty="0"/>
              <a:t>1</a:t>
            </a:r>
            <a:r>
              <a:rPr lang="en-US" dirty="0"/>
              <a:t>= 1.9</a:t>
            </a:r>
          </a:p>
          <a:p>
            <a:r>
              <a:rPr lang="en-US" dirty="0"/>
              <a:t>Set tolerance = 0.00001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 TO 10</a:t>
            </a:r>
          </a:p>
          <a:p>
            <a:r>
              <a:rPr lang="en-US" dirty="0"/>
              <a:t>  F(0) = f(x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r>
              <a:rPr lang="en-US" dirty="0"/>
              <a:t>    F(1) = f(x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r>
              <a:rPr lang="en-US" dirty="0"/>
              <a:t>   calculate X</a:t>
            </a:r>
            <a:r>
              <a:rPr lang="en-US" baseline="-25000" dirty="0"/>
              <a:t>n+1</a:t>
            </a:r>
            <a:r>
              <a:rPr lang="en-US" dirty="0"/>
              <a:t> </a:t>
            </a:r>
          </a:p>
          <a:p>
            <a:r>
              <a:rPr lang="en-US" dirty="0"/>
              <a:t>IF |x2 - x1| &lt; tolerance THEN</a:t>
            </a:r>
          </a:p>
          <a:p>
            <a:r>
              <a:rPr lang="en-US" dirty="0"/>
              <a:t>        BREAK the loop</a:t>
            </a:r>
          </a:p>
          <a:p>
            <a:r>
              <a:rPr lang="en-US" dirty="0"/>
              <a:t>    END IF </a:t>
            </a:r>
          </a:p>
          <a:p>
            <a:r>
              <a:rPr lang="en-US" dirty="0"/>
              <a:t>  X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    X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END FOR</a:t>
            </a:r>
          </a:p>
          <a:p>
            <a:r>
              <a:rPr lang="en-US" dirty="0"/>
              <a:t>Display "Positive root = ", x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STOP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9F4418-B4D3-47BC-FF7D-877483EDEDE7}"/>
              </a:ext>
            </a:extLst>
          </p:cNvPr>
          <p:cNvSpPr txBox="1"/>
          <p:nvPr/>
        </p:nvSpPr>
        <p:spPr>
          <a:xfrm>
            <a:off x="8128000" y="660400"/>
            <a:ext cx="36880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PSEUDO CODE FOR WHILE LOOP</a:t>
            </a:r>
            <a:endParaRPr lang="en-US" dirty="0"/>
          </a:p>
          <a:p>
            <a:r>
              <a:rPr lang="en-US" dirty="0"/>
              <a:t>START</a:t>
            </a:r>
          </a:p>
          <a:p>
            <a:r>
              <a:rPr lang="en-US" dirty="0"/>
              <a:t>Define f(x) = x - 2sin(x)</a:t>
            </a:r>
          </a:p>
          <a:p>
            <a:r>
              <a:rPr lang="en-US" dirty="0"/>
              <a:t>Set x</a:t>
            </a:r>
            <a:r>
              <a:rPr lang="en-US" baseline="-25000" dirty="0"/>
              <a:t>0</a:t>
            </a:r>
            <a:r>
              <a:rPr lang="en-US" dirty="0"/>
              <a:t> = 2</a:t>
            </a:r>
          </a:p>
          <a:p>
            <a:r>
              <a:rPr lang="en-US" dirty="0"/>
              <a:t>Set x</a:t>
            </a:r>
            <a:r>
              <a:rPr lang="en-US" baseline="-25000" dirty="0"/>
              <a:t>1</a:t>
            </a:r>
            <a:r>
              <a:rPr lang="en-US" dirty="0"/>
              <a:t>= 1.9</a:t>
            </a:r>
          </a:p>
          <a:p>
            <a:r>
              <a:rPr lang="en-US" dirty="0"/>
              <a:t>Set tolerance = 0.00001</a:t>
            </a:r>
          </a:p>
          <a:p>
            <a:r>
              <a:rPr lang="en-US" dirty="0"/>
              <a:t>WHILE |x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| &gt;= tolerance</a:t>
            </a:r>
          </a:p>
          <a:p>
            <a:r>
              <a:rPr lang="en-US" dirty="0"/>
              <a:t>   F(0 )= f(x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r>
              <a:rPr lang="en-US" dirty="0"/>
              <a:t>    F(1) = f(x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r>
              <a:rPr lang="en-US" dirty="0"/>
              <a:t> calculate X</a:t>
            </a:r>
            <a:r>
              <a:rPr lang="en-US" baseline="-25000" dirty="0"/>
              <a:t>n+1</a:t>
            </a:r>
            <a:r>
              <a:rPr lang="en-US" dirty="0"/>
              <a:t> </a:t>
            </a:r>
          </a:p>
          <a:p>
            <a:r>
              <a:rPr lang="en-US" dirty="0"/>
              <a:t>X</a:t>
            </a:r>
            <a:r>
              <a:rPr lang="en-US" baseline="-25000" dirty="0"/>
              <a:t>0</a:t>
            </a:r>
            <a:r>
              <a:rPr lang="en-US" dirty="0"/>
              <a:t> = x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    X</a:t>
            </a:r>
            <a:r>
              <a:rPr lang="en-US" baseline="-25000" dirty="0"/>
              <a:t>1</a:t>
            </a:r>
            <a:r>
              <a:rPr lang="en-US" dirty="0"/>
              <a:t> = x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END WHILE</a:t>
            </a:r>
          </a:p>
          <a:p>
            <a:r>
              <a:rPr lang="en-US" dirty="0"/>
              <a:t>Display "Positive root = ", x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STOP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5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AD9D8-FCE9-8870-5D56-BA82A2EAA48E}"/>
              </a:ext>
            </a:extLst>
          </p:cNvPr>
          <p:cNvSpPr txBox="1"/>
          <p:nvPr/>
        </p:nvSpPr>
        <p:spPr>
          <a:xfrm>
            <a:off x="233680" y="213360"/>
            <a:ext cx="45415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clc</a:t>
            </a:r>
            <a:r>
              <a:rPr lang="en-US" dirty="0"/>
              <a:t>;</a:t>
            </a:r>
          </a:p>
          <a:p>
            <a:r>
              <a:rPr lang="en-US" dirty="0"/>
              <a:t>clear;</a:t>
            </a:r>
          </a:p>
          <a:p>
            <a:r>
              <a:rPr lang="en-US" dirty="0"/>
              <a:t> f = x – 2*sin(x)</a:t>
            </a:r>
          </a:p>
          <a:p>
            <a:r>
              <a:rPr lang="en-US" dirty="0"/>
              <a:t>X_0= 2;</a:t>
            </a:r>
          </a:p>
          <a:p>
            <a:r>
              <a:rPr lang="en-US" dirty="0"/>
              <a:t> X</a:t>
            </a:r>
            <a:r>
              <a:rPr lang="en-US" baseline="-25000" dirty="0"/>
              <a:t>_</a:t>
            </a:r>
            <a:r>
              <a:rPr lang="en-US" dirty="0"/>
              <a:t>1= 1.9;</a:t>
            </a:r>
          </a:p>
          <a:p>
            <a:r>
              <a:rPr lang="en-US" dirty="0"/>
              <a:t>e= 0.00001;</a:t>
            </a:r>
          </a:p>
          <a:p>
            <a:r>
              <a:rPr lang="en-US" dirty="0"/>
              <a:t>p = 1;</a:t>
            </a:r>
          </a:p>
          <a:p>
            <a:r>
              <a:rPr lang="en-US" dirty="0"/>
              <a:t>while abs(x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&gt;= e</a:t>
            </a:r>
          </a:p>
          <a:p>
            <a:r>
              <a:rPr lang="en-US" dirty="0"/>
              <a:t>     F(0 )= f(x</a:t>
            </a:r>
            <a:r>
              <a:rPr lang="en-US" baseline="-25000" dirty="0"/>
              <a:t>0</a:t>
            </a:r>
            <a:r>
              <a:rPr lang="en-US" dirty="0"/>
              <a:t>);</a:t>
            </a:r>
          </a:p>
          <a:p>
            <a:r>
              <a:rPr lang="en-US" dirty="0"/>
              <a:t>    F(1) = f(x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r>
              <a:rPr lang="en-US" dirty="0"/>
              <a:t> % Secant formula</a:t>
            </a:r>
          </a:p>
          <a:p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= x(1) – f(1 ).* (x</a:t>
            </a:r>
            <a:r>
              <a:rPr lang="en-US" baseline="-25000" dirty="0"/>
              <a:t>1</a:t>
            </a:r>
            <a:r>
              <a:rPr lang="en-US" dirty="0"/>
              <a:t> – x</a:t>
            </a:r>
            <a:r>
              <a:rPr lang="en-US" baseline="-25000" dirty="0"/>
              <a:t>0</a:t>
            </a:r>
            <a:r>
              <a:rPr lang="en-US" dirty="0"/>
              <a:t>) / (f(1) – f(0))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('Iteration %d: x = %.6f\n', </a:t>
            </a:r>
            <a:r>
              <a:rPr lang="en-US" dirty="0" err="1"/>
              <a:t>i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 );</a:t>
            </a:r>
          </a:p>
          <a:p>
            <a:r>
              <a:rPr lang="en-US" dirty="0"/>
              <a:t>% adjust values </a:t>
            </a:r>
          </a:p>
          <a:p>
            <a:r>
              <a:rPr lang="en-US" dirty="0"/>
              <a:t>    x_0 = x_1;</a:t>
            </a:r>
          </a:p>
          <a:p>
            <a:r>
              <a:rPr lang="en-US" dirty="0"/>
              <a:t>    x_1 = x_2;</a:t>
            </a:r>
          </a:p>
          <a:p>
            <a:r>
              <a:rPr lang="en-US" dirty="0"/>
              <a:t>p= p+ 1;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fprintf</a:t>
            </a:r>
            <a:r>
              <a:rPr lang="en-US" dirty="0"/>
              <a:t>('Root = %.6f\n', x</a:t>
            </a:r>
            <a:r>
              <a:rPr lang="en-US" baseline="-25000" dirty="0"/>
              <a:t>1</a:t>
            </a:r>
            <a:r>
              <a:rPr lang="en-US" dirty="0"/>
              <a:t>);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F741C-2E94-89BA-98EA-E2188B8AB40D}"/>
              </a:ext>
            </a:extLst>
          </p:cNvPr>
          <p:cNvSpPr txBox="1"/>
          <p:nvPr/>
        </p:nvSpPr>
        <p:spPr>
          <a:xfrm>
            <a:off x="4592320" y="1"/>
            <a:ext cx="3962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clc</a:t>
            </a:r>
            <a:r>
              <a:rPr lang="en-US" dirty="0"/>
              <a:t>;</a:t>
            </a:r>
          </a:p>
          <a:p>
            <a:r>
              <a:rPr lang="en-US" dirty="0"/>
              <a:t>clear;</a:t>
            </a:r>
          </a:p>
          <a:p>
            <a:r>
              <a:rPr lang="en-US" dirty="0"/>
              <a:t>% Define the function</a:t>
            </a:r>
          </a:p>
          <a:p>
            <a:r>
              <a:rPr lang="en-US" dirty="0"/>
              <a:t>f = x - 2*sin(x);</a:t>
            </a:r>
          </a:p>
          <a:p>
            <a:r>
              <a:rPr lang="en-US" dirty="0"/>
              <a:t>% Initial values</a:t>
            </a:r>
          </a:p>
          <a:p>
            <a:r>
              <a:rPr lang="en-US" dirty="0"/>
              <a:t>X_0= 2;</a:t>
            </a:r>
          </a:p>
          <a:p>
            <a:r>
              <a:rPr lang="en-US" dirty="0"/>
              <a:t> X</a:t>
            </a:r>
            <a:r>
              <a:rPr lang="en-US" baseline="-25000" dirty="0"/>
              <a:t>_</a:t>
            </a:r>
            <a:r>
              <a:rPr lang="en-US" dirty="0"/>
              <a:t>1= 1.9;</a:t>
            </a:r>
          </a:p>
          <a:p>
            <a:r>
              <a:rPr lang="en-US" dirty="0"/>
              <a:t> Tolerance</a:t>
            </a:r>
          </a:p>
          <a:p>
            <a:r>
              <a:rPr lang="en-US" dirty="0"/>
              <a:t>e= 0.00001;</a:t>
            </a:r>
          </a:p>
          <a:p>
            <a:r>
              <a:rPr lang="en-US" dirty="0"/>
              <a:t>% Maximum number of iterations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1:10</a:t>
            </a:r>
          </a:p>
          <a:p>
            <a:r>
              <a:rPr lang="en-US" dirty="0"/>
              <a:t>  % Calculate function values</a:t>
            </a:r>
          </a:p>
          <a:p>
            <a:r>
              <a:rPr lang="en-US" dirty="0"/>
              <a:t>    F(0) = f(x_0);</a:t>
            </a:r>
          </a:p>
          <a:p>
            <a:r>
              <a:rPr lang="en-US" dirty="0"/>
              <a:t>    f(1) = f(x_1);</a:t>
            </a:r>
          </a:p>
          <a:p>
            <a:r>
              <a:rPr lang="en-US" dirty="0"/>
              <a:t> % Secant formula</a:t>
            </a:r>
          </a:p>
          <a:p>
            <a:r>
              <a:rPr lang="en-US" dirty="0"/>
              <a:t>    X_2 = x_1 - (f1*(x_1 - x_0))/(f(1)-f(0));</a:t>
            </a:r>
          </a:p>
          <a:p>
            <a:r>
              <a:rPr lang="en-US" dirty="0"/>
              <a:t>  % Displaying  iteration results</a:t>
            </a:r>
          </a:p>
          <a:p>
            <a:r>
              <a:rPr lang="en-US" dirty="0"/>
              <a:t>    </a:t>
            </a:r>
            <a:r>
              <a:rPr lang="en-US" dirty="0" err="1"/>
              <a:t>fprintf</a:t>
            </a:r>
            <a:r>
              <a:rPr lang="en-US" dirty="0"/>
              <a:t>('Iteration %d: x = %.6f\n', </a:t>
            </a:r>
            <a:r>
              <a:rPr lang="en-US" dirty="0" err="1"/>
              <a:t>i</a:t>
            </a:r>
            <a:r>
              <a:rPr lang="en-US" dirty="0"/>
              <a:t>, x2);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F82A8-B392-FFB4-462B-FD9A63C82C54}"/>
              </a:ext>
            </a:extLst>
          </p:cNvPr>
          <p:cNvSpPr txBox="1"/>
          <p:nvPr/>
        </p:nvSpPr>
        <p:spPr>
          <a:xfrm>
            <a:off x="8737600" y="406400"/>
            <a:ext cx="3362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% Check convergence</a:t>
            </a:r>
          </a:p>
          <a:p>
            <a:r>
              <a:rPr lang="en-US" dirty="0"/>
              <a:t>    if abs(x2-x1) &lt; 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    break;</a:t>
            </a:r>
          </a:p>
          <a:p>
            <a:r>
              <a:rPr lang="en-US" dirty="0"/>
              <a:t>    end % Update values</a:t>
            </a:r>
          </a:p>
          <a:p>
            <a:r>
              <a:rPr lang="en-US" dirty="0"/>
              <a:t>    x_0 = x_1;</a:t>
            </a:r>
          </a:p>
          <a:p>
            <a:r>
              <a:rPr lang="en-US" dirty="0"/>
              <a:t>    x_1 = x_2;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fprintf</a:t>
            </a:r>
            <a:r>
              <a:rPr lang="en-US" dirty="0"/>
              <a:t>('Positive root = %.6f\n', x2);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5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9E76D4-8132-F4DC-08F3-46D89A9E0D02}"/>
                  </a:ext>
                </a:extLst>
              </p:cNvPr>
              <p:cNvSpPr txBox="1"/>
              <p:nvPr/>
            </p:nvSpPr>
            <p:spPr>
              <a:xfrm>
                <a:off x="193040" y="233680"/>
                <a:ext cx="3688080" cy="2561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Runge </a:t>
                </a:r>
                <a:r>
                  <a:rPr lang="en-US" dirty="0" err="1"/>
                  <a:t>kutta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Using the fourth order </a:t>
                </a:r>
                <a:r>
                  <a:rPr lang="en-US" dirty="0" err="1"/>
                  <a:t>runge</a:t>
                </a:r>
                <a:r>
                  <a:rPr lang="en-US" dirty="0"/>
                  <a:t> </a:t>
                </a:r>
                <a:r>
                  <a:rPr lang="en-US" dirty="0" err="1"/>
                  <a:t>kutta</a:t>
                </a:r>
                <a:r>
                  <a:rPr lang="en-US" dirty="0"/>
                  <a:t> method solve the differential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given that y(0)=1 use a step size of h=0.1 and estimate the value of y at x=0.2</a:t>
                </a:r>
              </a:p>
              <a:p>
                <a:r>
                  <a:rPr lang="en-US" dirty="0"/>
                  <a:t>Flow chart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9E76D4-8132-F4DC-08F3-46D89A9E0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233680"/>
                <a:ext cx="3688080" cy="2561279"/>
              </a:xfrm>
              <a:prstGeom prst="rect">
                <a:avLst/>
              </a:prstGeom>
              <a:blipFill>
                <a:blip r:embed="rId2"/>
                <a:stretch>
                  <a:fillRect l="-1488" t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EF2734D-C788-AEE6-2C85-B683E18F7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82" y="1238060"/>
            <a:ext cx="3406435" cy="4381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C0BDBE-39B7-9DC9-90F1-1CEE1547DC6E}"/>
              </a:ext>
            </a:extLst>
          </p:cNvPr>
          <p:cNvSpPr txBox="1"/>
          <p:nvPr/>
        </p:nvSpPr>
        <p:spPr>
          <a:xfrm>
            <a:off x="233680" y="3241040"/>
            <a:ext cx="3972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PSAUDO CODE FOR LOOP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Input the initial values of x ,y and x1</a:t>
            </a:r>
          </a:p>
          <a:p>
            <a:r>
              <a:rPr lang="en-US" dirty="0"/>
              <a:t>Number of steps n = (x</a:t>
            </a:r>
            <a:r>
              <a:rPr lang="en-US" baseline="-25000" dirty="0"/>
              <a:t>1</a:t>
            </a:r>
            <a:r>
              <a:rPr lang="en-US" dirty="0"/>
              <a:t> - x)/h</a:t>
            </a:r>
          </a:p>
          <a:p>
            <a:r>
              <a:rPr lang="en-US" dirty="0"/>
              <a:t>FOR  </a:t>
            </a:r>
            <a:r>
              <a:rPr lang="en-US" dirty="0" err="1"/>
              <a:t>i</a:t>
            </a:r>
            <a:r>
              <a:rPr lang="en-US" dirty="0"/>
              <a:t> = 1 TO n</a:t>
            </a:r>
          </a:p>
          <a:p>
            <a:r>
              <a:rPr lang="en-US" dirty="0"/>
              <a:t>k1 = f(x, y)</a:t>
            </a:r>
          </a:p>
          <a:p>
            <a:r>
              <a:rPr lang="en-US" dirty="0"/>
              <a:t>calculate k2 ,k3 and k4</a:t>
            </a:r>
          </a:p>
          <a:p>
            <a:r>
              <a:rPr lang="en-US" dirty="0"/>
              <a:t>calculate y and x</a:t>
            </a:r>
          </a:p>
          <a:p>
            <a:r>
              <a:rPr lang="en-US" dirty="0"/>
              <a:t>END  the FOR loop</a:t>
            </a:r>
          </a:p>
          <a:p>
            <a:r>
              <a:rPr lang="en-US" dirty="0"/>
              <a:t>Display x and y</a:t>
            </a:r>
          </a:p>
          <a:p>
            <a:r>
              <a:rPr lang="en-US" dirty="0"/>
              <a:t>STOP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34B79-25A8-649C-36B2-BC470D978679}"/>
              </a:ext>
            </a:extLst>
          </p:cNvPr>
          <p:cNvSpPr txBox="1"/>
          <p:nvPr/>
        </p:nvSpPr>
        <p:spPr>
          <a:xfrm>
            <a:off x="7985760" y="416560"/>
            <a:ext cx="39725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PSAUDO CODE FOR WHILE LOOP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Input the initial values of x ,y and x1</a:t>
            </a:r>
          </a:p>
          <a:p>
            <a:r>
              <a:rPr lang="en-US" dirty="0"/>
              <a:t>WHILE  X&lt;X1</a:t>
            </a:r>
          </a:p>
          <a:p>
            <a:r>
              <a:rPr lang="en-US" dirty="0"/>
              <a:t>k1 = f(x, y)</a:t>
            </a:r>
          </a:p>
          <a:p>
            <a:r>
              <a:rPr lang="en-US" dirty="0"/>
              <a:t>calculate k2 ,k3 and k4</a:t>
            </a:r>
          </a:p>
          <a:p>
            <a:r>
              <a:rPr lang="en-US" dirty="0"/>
              <a:t>calculate y and x</a:t>
            </a:r>
          </a:p>
          <a:p>
            <a:r>
              <a:rPr lang="en-US" dirty="0"/>
              <a:t>END  the WHILE loop</a:t>
            </a:r>
          </a:p>
          <a:p>
            <a:r>
              <a:rPr lang="en-US" dirty="0"/>
              <a:t>Display x and y</a:t>
            </a:r>
          </a:p>
          <a:p>
            <a:r>
              <a:rPr lang="en-US" dirty="0"/>
              <a:t>STOP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59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CBFF1-D9D4-98B4-FE6A-C285AE5F2EE1}"/>
              </a:ext>
            </a:extLst>
          </p:cNvPr>
          <p:cNvSpPr txBox="1"/>
          <p:nvPr/>
        </p:nvSpPr>
        <p:spPr>
          <a:xfrm>
            <a:off x="304800" y="386080"/>
            <a:ext cx="4419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MATLAB CODE FOR </a:t>
            </a:r>
            <a:r>
              <a:rPr lang="en-US" dirty="0" err="1"/>
              <a:t>FOR</a:t>
            </a:r>
            <a:r>
              <a:rPr lang="en-US" dirty="0"/>
              <a:t> LOOP</a:t>
            </a:r>
          </a:p>
          <a:p>
            <a:r>
              <a:rPr lang="en-US" dirty="0" err="1"/>
              <a:t>clc</a:t>
            </a:r>
            <a:r>
              <a:rPr lang="en-US" dirty="0"/>
              <a:t>;</a:t>
            </a:r>
          </a:p>
          <a:p>
            <a:r>
              <a:rPr lang="en-US" dirty="0"/>
              <a:t>clear;</a:t>
            </a:r>
          </a:p>
          <a:p>
            <a:r>
              <a:rPr lang="en-US" dirty="0"/>
              <a:t>% Setting the  Initial values of x, y ,h and x1</a:t>
            </a:r>
          </a:p>
          <a:p>
            <a:r>
              <a:rPr lang="en-US" dirty="0"/>
              <a:t>x = 0;</a:t>
            </a:r>
          </a:p>
          <a:p>
            <a:r>
              <a:rPr lang="en-US" dirty="0"/>
              <a:t>y = 1;</a:t>
            </a:r>
          </a:p>
          <a:p>
            <a:r>
              <a:rPr lang="en-US" dirty="0"/>
              <a:t>h = 0.1;</a:t>
            </a:r>
          </a:p>
          <a:p>
            <a:r>
              <a:rPr lang="en-US" dirty="0"/>
              <a:t>x1 = 0.2;</a:t>
            </a:r>
          </a:p>
          <a:p>
            <a:r>
              <a:rPr lang="en-US" dirty="0"/>
              <a:t>% Number of steps</a:t>
            </a:r>
          </a:p>
          <a:p>
            <a:r>
              <a:rPr lang="en-US" dirty="0"/>
              <a:t>n = (x1 - x)/h;</a:t>
            </a:r>
          </a:p>
          <a:p>
            <a:r>
              <a:rPr lang="en-US" dirty="0"/>
              <a:t>% Runge </a:t>
            </a:r>
            <a:r>
              <a:rPr lang="en-US" dirty="0" err="1"/>
              <a:t>kutta</a:t>
            </a:r>
            <a:r>
              <a:rPr lang="en-US" dirty="0"/>
              <a:t>  method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1:n</a:t>
            </a:r>
          </a:p>
          <a:p>
            <a:r>
              <a:rPr lang="en-US" dirty="0"/>
              <a:t>  k1 = x + y;</a:t>
            </a:r>
          </a:p>
          <a:p>
            <a:r>
              <a:rPr lang="en-US" dirty="0"/>
              <a:t>k2 = (x + h/2) + (y + h*k1/2);</a:t>
            </a:r>
          </a:p>
          <a:p>
            <a:r>
              <a:rPr lang="en-US" dirty="0"/>
              <a:t>k3 = (x + h/2) + (y + h*k2/2);</a:t>
            </a:r>
          </a:p>
          <a:p>
            <a:r>
              <a:rPr lang="en-US" dirty="0"/>
              <a:t>k4 = (x + h) + (y + h*k3);</a:t>
            </a:r>
          </a:p>
          <a:p>
            <a:r>
              <a:rPr lang="en-US" dirty="0"/>
              <a:t>  y = y + (h/6)*(k1 + 2*k2 + 2*k3 + k4);</a:t>
            </a:r>
          </a:p>
          <a:p>
            <a:r>
              <a:rPr lang="en-US" dirty="0"/>
              <a:t>x = x + h;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fprintf</a:t>
            </a:r>
            <a:r>
              <a:rPr lang="en-US" dirty="0"/>
              <a:t>('At x = %.1f, y = %.6f\n', x, y);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28113-AFA6-31A2-91EE-6A6361C8AD7C}"/>
              </a:ext>
            </a:extLst>
          </p:cNvPr>
          <p:cNvSpPr txBox="1"/>
          <p:nvPr/>
        </p:nvSpPr>
        <p:spPr>
          <a:xfrm>
            <a:off x="6664960" y="365760"/>
            <a:ext cx="51206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MATLAB CODE FOR WHILE  LOOP</a:t>
            </a:r>
          </a:p>
          <a:p>
            <a:r>
              <a:rPr lang="en-US" dirty="0" err="1"/>
              <a:t>clc</a:t>
            </a:r>
            <a:r>
              <a:rPr lang="en-US" dirty="0"/>
              <a:t>;</a:t>
            </a:r>
          </a:p>
          <a:p>
            <a:r>
              <a:rPr lang="en-US" dirty="0"/>
              <a:t>clear;</a:t>
            </a:r>
          </a:p>
          <a:p>
            <a:r>
              <a:rPr lang="en-US" dirty="0"/>
              <a:t>% Setting the  Initial values of x, y ,h and x1</a:t>
            </a:r>
          </a:p>
          <a:p>
            <a:r>
              <a:rPr lang="en-US" dirty="0"/>
              <a:t>x = 0;</a:t>
            </a:r>
          </a:p>
          <a:p>
            <a:r>
              <a:rPr lang="en-US" dirty="0"/>
              <a:t>y = 1;</a:t>
            </a:r>
          </a:p>
          <a:p>
            <a:r>
              <a:rPr lang="en-US" dirty="0"/>
              <a:t>h = 0.1;</a:t>
            </a:r>
          </a:p>
          <a:p>
            <a:r>
              <a:rPr lang="en-US" dirty="0"/>
              <a:t>x1 = 0.2;</a:t>
            </a:r>
          </a:p>
          <a:p>
            <a:r>
              <a:rPr lang="en-US" dirty="0"/>
              <a:t>% Runge </a:t>
            </a:r>
            <a:r>
              <a:rPr lang="en-US" dirty="0" err="1"/>
              <a:t>kutta</a:t>
            </a:r>
            <a:r>
              <a:rPr lang="en-US" dirty="0"/>
              <a:t>  method</a:t>
            </a:r>
          </a:p>
          <a:p>
            <a:r>
              <a:rPr lang="en-US" dirty="0"/>
              <a:t>while x &lt; x1</a:t>
            </a:r>
          </a:p>
          <a:p>
            <a:r>
              <a:rPr lang="en-US" dirty="0"/>
              <a:t>k1 = x + y;</a:t>
            </a:r>
          </a:p>
          <a:p>
            <a:r>
              <a:rPr lang="en-US" dirty="0"/>
              <a:t>k2 = (x + h/2) + (y + h*k1/2);</a:t>
            </a:r>
          </a:p>
          <a:p>
            <a:r>
              <a:rPr lang="en-US" dirty="0"/>
              <a:t>k3 = (x + h/2) + (y + h*k2/2);</a:t>
            </a:r>
          </a:p>
          <a:p>
            <a:r>
              <a:rPr lang="en-US" dirty="0"/>
              <a:t> k4 = (x + h) + (y + h*k3);</a:t>
            </a:r>
          </a:p>
          <a:p>
            <a:r>
              <a:rPr lang="en-US" dirty="0"/>
              <a:t> y = y + (h/6)*(k1 + 2*k2 + 2*k3 + k4);</a:t>
            </a:r>
          </a:p>
          <a:p>
            <a:r>
              <a:rPr lang="en-US" dirty="0"/>
              <a:t>   x = x + h;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fprintf</a:t>
            </a:r>
            <a:r>
              <a:rPr lang="en-US" dirty="0"/>
              <a:t>('At x = %.1f, y = %.6f\n', x, y);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320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1117</Words>
  <Application>Microsoft Office PowerPoint</Application>
  <PresentationFormat>Widescreen</PresentationFormat>
  <Paragraphs>171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Ami group 1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SYLVESTER OCHWO</dc:creator>
  <cp:lastModifiedBy>SYLVESTER OCHWO</cp:lastModifiedBy>
  <cp:revision>3</cp:revision>
  <dcterms:created xsi:type="dcterms:W3CDTF">2026-09-29T18:38:29Z</dcterms:created>
  <dcterms:modified xsi:type="dcterms:W3CDTF">2026-09-30T01:25:25Z</dcterms:modified>
</cp:coreProperties>
</file>